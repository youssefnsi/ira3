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8" r:id="rId6"/>
    <p:sldId id="258" r:id="rId7"/>
    <p:sldId id="280" r:id="rId8"/>
    <p:sldId id="281" r:id="rId9"/>
    <p:sldId id="282" r:id="rId10"/>
    <p:sldId id="271" r:id="rId11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0655" autoAdjust="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882" y="14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1D2EACD3-59A3-431D-A9CB-EC029C3F3AF5}" type="datetime1">
              <a:rPr lang="fr-FR" smtClean="0"/>
              <a:t>02/11/2025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28EEFA9E-C190-4F5C-8394-BD5F1CD55C02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CDA8956E-0A83-4930-8ABA-7967BBFAD4A7}" type="datetime1">
              <a:rPr lang="fr-FR" smtClean="0"/>
              <a:t>02/11/2025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22289C57-55D7-40A4-A101-E74FAC7A092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22289C57-55D7-40A4-A101-E74FAC7A092B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rtlCol="0" anchor="ctr">
            <a:noAutofit/>
          </a:bodyPr>
          <a:lstStyle>
            <a:lvl1pPr algn="l">
              <a:defRPr lang="fr-FR" sz="3600" spc="150" baseline="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rdre du jou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sme 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rtlCol="0" anchor="b">
            <a:normAutofit/>
          </a:bodyPr>
          <a:lstStyle>
            <a:lvl1pPr>
              <a:defRPr lang="fr-FR"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 rtlCol="0"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lang="fr-FR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Connecteur droit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 rtlCol="0">
            <a:normAutofit/>
          </a:bodyPr>
          <a:lstStyle>
            <a:lvl1pPr marL="0" indent="0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ut de section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 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que 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9" name="Espace réservé du contenu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3" name="Espace réservé du pied de page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 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 rtlCol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lang="fr-FR"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lang="fr-FR"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lang="fr-FR"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lang="fr-FR"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rtlCol="0" anchor="t">
            <a:norm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9" name="Espace réservé du pied de page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20" name="Espace réservé du numéro de diapositive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’image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 rtlCol="0">
            <a:normAutofit/>
          </a:bodyPr>
          <a:lstStyle>
            <a:lvl1pPr marL="0" indent="0" algn="l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Espace réservé du contenu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 rtlCol="0">
            <a:normAutofit/>
          </a:bodyPr>
          <a:lstStyle>
            <a:lvl1pPr algn="l">
              <a:defRPr lang="fr-FR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e table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 tableau</a:t>
            </a:r>
            <a:endParaRPr lang="fr-FR" dirty="0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Connecteur droit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rtlCol="0" anchor="b">
            <a:normAutofit/>
          </a:bodyPr>
          <a:lstStyle>
            <a:lvl1pPr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rtlCol="0" anchor="ctr">
            <a:no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rtlCol="0" anchor="ctr">
            <a:noAutofit/>
          </a:bodyPr>
          <a:lstStyle>
            <a:lvl1pPr marL="0" indent="0"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lang="fr-FR" sz="2000" b="1"/>
            </a:lvl2pPr>
            <a:lvl3pPr marL="914400" indent="0">
              <a:buNone/>
              <a:defRPr lang="fr-FR" sz="1800" b="1"/>
            </a:lvl3pPr>
            <a:lvl4pPr marL="1371600" indent="0">
              <a:buNone/>
              <a:defRPr lang="fr-FR" sz="1600" b="1"/>
            </a:lvl4pPr>
            <a:lvl5pPr marL="1828800" indent="0">
              <a:buNone/>
              <a:defRPr lang="fr-FR" sz="1600" b="1"/>
            </a:lvl5pPr>
            <a:lvl6pPr marL="2286000" indent="0">
              <a:buNone/>
              <a:defRPr lang="fr-FR" sz="1600" b="1"/>
            </a:lvl6pPr>
            <a:lvl7pPr marL="2743200" indent="0">
              <a:buNone/>
              <a:defRPr lang="fr-FR" sz="1600" b="1"/>
            </a:lvl7pPr>
            <a:lvl8pPr marL="3200400" indent="0">
              <a:buNone/>
              <a:defRPr lang="fr-FR" sz="1600" b="1"/>
            </a:lvl8pPr>
            <a:lvl9pPr marL="3657600" indent="0">
              <a:buNone/>
              <a:defRPr lang="fr-FR" sz="1600" b="1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fr-FR"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spc="50" baseline="0"/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3" name="Graphique 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rtlCol="0" anchor="b">
            <a:normAutofit/>
          </a:bodyPr>
          <a:lstStyle>
            <a:lvl1pPr algn="ctr">
              <a:defRPr lang="fr-FR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e table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 tableau</a:t>
            </a:r>
            <a:endParaRPr lang="fr-FR" dirty="0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rme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lang="fr-FR"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lang="fr-FR"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Espace réservé du pied de page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 rtlCol="0"/>
          <a:lstStyle>
            <a:lvl1pPr algn="l">
              <a:defRPr lang="fr-FR" sz="900"/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11" name="Espace réservé du numéro de diapositiv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lang="fr-FR" sz="900"/>
            </a:lvl1pPr>
          </a:lstStyle>
          <a:p>
            <a:pPr rtl="0"/>
            <a:fld id="{A49DFD55-3C28-40EF-9E31-A92D2E4017FF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/>
              <a:t>TITRE DE LA PRÉSENTATION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9DFD55-3C28-40EF-9E31-A92D2E4017F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5463943" cy="3200400"/>
          </a:xfrm>
        </p:spPr>
        <p:txBody>
          <a:bodyPr rtlCol="0" anchor="ctr"/>
          <a:lstStyle>
            <a:defPPr>
              <a:defRPr lang="fr-FR"/>
            </a:defPPr>
          </a:lstStyle>
          <a:p>
            <a:pPr algn="ctr" rtl="0"/>
            <a:r>
              <a:rPr lang="fr-FR" dirty="0" err="1"/>
              <a:t>Presentation</a:t>
            </a:r>
            <a:r>
              <a:rPr lang="fr-FR" dirty="0"/>
              <a:t> of</a:t>
            </a:r>
            <a:br>
              <a:rPr lang="fr-FR" dirty="0"/>
            </a:br>
            <a:r>
              <a:rPr lang="fr-FR" dirty="0">
                <a:solidFill>
                  <a:srgbClr val="FF9900"/>
                </a:solidFill>
              </a:rPr>
              <a:t>PREDELL</a:t>
            </a:r>
            <a:r>
              <a:rPr lang="fr-FR" dirty="0"/>
              <a:t> SERVICES</a:t>
            </a:r>
          </a:p>
        </p:txBody>
      </p:sp>
      <p:pic>
        <p:nvPicPr>
          <p:cNvPr id="1026" name="Picture 2" descr="Predell Services | Expertise EDI et Traçabilité">
            <a:extLst>
              <a:ext uri="{FF2B5EF4-FFF2-40B4-BE49-F238E27FC236}">
                <a16:creationId xmlns:a16="http://schemas.microsoft.com/office/drawing/2014/main" id="{ADBF6D43-ED8C-AA11-95C3-7C95DB5E9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336" y="221016"/>
            <a:ext cx="2295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SAIP Campus Ouest : découvrez l'école !">
            <a:extLst>
              <a:ext uri="{FF2B5EF4-FFF2-40B4-BE49-F238E27FC236}">
                <a16:creationId xmlns:a16="http://schemas.microsoft.com/office/drawing/2014/main" id="{9CFBA223-C1ED-8691-FB38-BC0EDCA92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339" y="5681576"/>
            <a:ext cx="1631950" cy="848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475972" cy="337735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PREDELL Services: At a Glance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PREDELL Services: At a Glance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7288212" cy="3407051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lvl="1" rtl="0"/>
            <a:endParaRPr lang="fr-FR" dirty="0"/>
          </a:p>
          <a:p>
            <a:pPr lvl="1" rtl="0"/>
            <a:r>
              <a:rPr lang="fr-FR" dirty="0" err="1"/>
              <a:t>Who</a:t>
            </a:r>
            <a:r>
              <a:rPr lang="fr-FR" dirty="0"/>
              <a:t> ? </a:t>
            </a:r>
            <a:r>
              <a:rPr lang="en-US" dirty="0"/>
              <a:t>An IT services company (ESN) with about 40 engineers and technicians.</a:t>
            </a:r>
            <a:endParaRPr lang="fr-FR" dirty="0"/>
          </a:p>
          <a:p>
            <a:pPr lvl="1" rtl="0"/>
            <a:r>
              <a:rPr lang="fr-FR" dirty="0" err="1"/>
              <a:t>Where</a:t>
            </a:r>
            <a:r>
              <a:rPr lang="fr-FR" dirty="0"/>
              <a:t> ? </a:t>
            </a:r>
            <a:r>
              <a:rPr lang="fr-FR" dirty="0" err="1"/>
              <a:t>Based</a:t>
            </a:r>
            <a:r>
              <a:rPr lang="fr-FR" dirty="0"/>
              <a:t> in Angers</a:t>
            </a:r>
          </a:p>
          <a:p>
            <a:pPr lvl="1" rtl="0"/>
            <a:r>
              <a:rPr lang="fr-FR" dirty="0" err="1"/>
              <a:t>History</a:t>
            </a:r>
            <a:r>
              <a:rPr lang="fr-FR" dirty="0"/>
              <a:t> : </a:t>
            </a:r>
            <a:r>
              <a:rPr lang="en-US" dirty="0"/>
              <a:t>Founded in 2003 , "</a:t>
            </a:r>
            <a:r>
              <a:rPr lang="en-US" dirty="0" err="1"/>
              <a:t>Predell</a:t>
            </a:r>
            <a:r>
              <a:rPr lang="en-US" dirty="0"/>
              <a:t> Services" entity created in 2008.</a:t>
            </a:r>
          </a:p>
          <a:p>
            <a:pPr lvl="1" rtl="0"/>
            <a:r>
              <a:rPr lang="en-US" dirty="0"/>
              <a:t>Core Values : Team Spirit, Customer Satisfaction, and Benevolence.</a:t>
            </a:r>
            <a:endParaRPr lang="fr-FR" dirty="0"/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mtClean="0"/>
              <a:pPr rtl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What We Do: Core Expertise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What We Do: Core Expertise</a:t>
            </a:r>
            <a:endParaRPr lang="fr-FR" dirty="0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4540" y="2787096"/>
            <a:ext cx="3924300" cy="464499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Main </a:t>
            </a:r>
            <a:r>
              <a:rPr lang="fr-FR" dirty="0" err="1"/>
              <a:t>Specialization</a:t>
            </a:r>
            <a:endParaRPr lang="fr-FR" dirty="0"/>
          </a:p>
        </p:txBody>
      </p:sp>
      <p:sp>
        <p:nvSpPr>
          <p:cNvPr id="35" name="Espace réservé du contenu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917907" y="3156608"/>
            <a:ext cx="2562653" cy="3234264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285750" indent="-285750" rtl="0">
              <a:buFontTx/>
              <a:buChar char="-"/>
            </a:pPr>
            <a:r>
              <a:rPr lang="fr-FR" sz="1600" dirty="0" err="1"/>
              <a:t>Automated</a:t>
            </a:r>
            <a:r>
              <a:rPr lang="fr-FR" sz="1600" dirty="0"/>
              <a:t> Data Exchange (EDI)</a:t>
            </a:r>
          </a:p>
          <a:p>
            <a:pPr marL="285750" indent="-285750" rtl="0">
              <a:buFontTx/>
              <a:buChar char="-"/>
            </a:pPr>
            <a:r>
              <a:rPr lang="fr-FR" sz="1600" dirty="0" err="1"/>
              <a:t>Traceability</a:t>
            </a:r>
            <a:r>
              <a:rPr lang="fr-FR" sz="1600" dirty="0"/>
              <a:t> </a:t>
            </a:r>
            <a:r>
              <a:rPr lang="fr-FR" sz="1600" dirty="0" err="1"/>
              <a:t>Systems</a:t>
            </a:r>
            <a:endParaRPr lang="fr-FR" sz="1600" dirty="0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CB9F9E8B-42CD-AC26-AFC9-F1F6669569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2483" y="2785664"/>
            <a:ext cx="2364844" cy="494587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Full Project </a:t>
            </a:r>
            <a:r>
              <a:rPr lang="fr-FR" dirty="0" err="1"/>
              <a:t>Lifecycle</a:t>
            </a:r>
            <a:endParaRPr lang="fr-FR" dirty="0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mtClean="0"/>
              <a:pPr rtl="0"/>
              <a:t>5</a:t>
            </a:fld>
            <a:endParaRPr lang="fr-FR" dirty="0"/>
          </a:p>
        </p:txBody>
      </p:sp>
      <p:sp>
        <p:nvSpPr>
          <p:cNvPr id="3" name="Espace réservé du texte 13">
            <a:extLst>
              <a:ext uri="{FF2B5EF4-FFF2-40B4-BE49-F238E27FC236}">
                <a16:creationId xmlns:a16="http://schemas.microsoft.com/office/drawing/2014/main" id="{7890F42F-FF69-BB16-4BBF-EB2DEE2761D9}"/>
              </a:ext>
            </a:extLst>
          </p:cNvPr>
          <p:cNvSpPr txBox="1">
            <a:spLocks/>
          </p:cNvSpPr>
          <p:nvPr/>
        </p:nvSpPr>
        <p:spPr>
          <a:xfrm>
            <a:off x="8401536" y="2785664"/>
            <a:ext cx="3943627" cy="4644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fr-FR"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Key Technologies</a:t>
            </a:r>
          </a:p>
        </p:txBody>
      </p:sp>
      <p:sp>
        <p:nvSpPr>
          <p:cNvPr id="4" name="Espace réservé du contenu 34">
            <a:extLst>
              <a:ext uri="{FF2B5EF4-FFF2-40B4-BE49-F238E27FC236}">
                <a16:creationId xmlns:a16="http://schemas.microsoft.com/office/drawing/2014/main" id="{BB2269EE-1691-8E1E-3500-5AE3C90BA504}"/>
              </a:ext>
            </a:extLst>
          </p:cNvPr>
          <p:cNvSpPr txBox="1">
            <a:spLocks/>
          </p:cNvSpPr>
          <p:nvPr/>
        </p:nvSpPr>
        <p:spPr>
          <a:xfrm>
            <a:off x="4814673" y="3156608"/>
            <a:ext cx="2562653" cy="32342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cover the full cycle:</a:t>
            </a:r>
          </a:p>
          <a:p>
            <a:pPr marL="285750" indent="-285750">
              <a:buFontTx/>
              <a:buChar char="-"/>
            </a:pPr>
            <a:r>
              <a:rPr lang="en-US" dirty="0"/>
              <a:t>Study </a:t>
            </a:r>
          </a:p>
          <a:p>
            <a:pPr marL="285750" indent="-285750">
              <a:buFontTx/>
              <a:buChar char="-"/>
            </a:pPr>
            <a:r>
              <a:rPr lang="en-US" dirty="0"/>
              <a:t>Design</a:t>
            </a:r>
          </a:p>
          <a:p>
            <a:pPr marL="285750" indent="-285750">
              <a:buFontTx/>
              <a:buChar char="-"/>
            </a:pPr>
            <a:r>
              <a:rPr lang="en-US" dirty="0"/>
              <a:t>Development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Configuration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Maintenance</a:t>
            </a:r>
            <a:endParaRPr lang="fr-FR" dirty="0"/>
          </a:p>
        </p:txBody>
      </p:sp>
      <p:sp>
        <p:nvSpPr>
          <p:cNvPr id="7" name="Espace réservé du contenu 34">
            <a:extLst>
              <a:ext uri="{FF2B5EF4-FFF2-40B4-BE49-F238E27FC236}">
                <a16:creationId xmlns:a16="http://schemas.microsoft.com/office/drawing/2014/main" id="{DD8D1D6E-A1CB-7B9B-35C3-8B950F7741F5}"/>
              </a:ext>
            </a:extLst>
          </p:cNvPr>
          <p:cNvSpPr txBox="1">
            <a:spLocks/>
          </p:cNvSpPr>
          <p:nvPr/>
        </p:nvSpPr>
        <p:spPr>
          <a:xfrm>
            <a:off x="8206704" y="3152173"/>
            <a:ext cx="2562653" cy="3234264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>
            <a:defPPr>
              <a:defRPr lang="fr-FR"/>
            </a:defPPr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1800" b="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3464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66928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9536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1800" kern="1200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r>
              <a:rPr lang="fr-FR" dirty="0" err="1"/>
              <a:t>TradeXpress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Mulesoft</a:t>
            </a:r>
            <a:endParaRPr lang="fr-FR" dirty="0"/>
          </a:p>
          <a:p>
            <a:pPr marL="285750" indent="-285750">
              <a:buFontTx/>
              <a:buChar char="-"/>
            </a:pPr>
            <a:r>
              <a:rPr lang="fr-FR" dirty="0" err="1"/>
              <a:t>Cdata</a:t>
            </a:r>
            <a:r>
              <a:rPr lang="fr-FR" dirty="0"/>
              <a:t> Arc</a:t>
            </a:r>
          </a:p>
          <a:p>
            <a:pPr marL="285750" indent="-285750">
              <a:buFontTx/>
              <a:buChar char="-"/>
            </a:pPr>
            <a:r>
              <a:rPr lang="fr-FR" dirty="0" err="1"/>
              <a:t>Grafana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en-US" dirty="0"/>
              <a:t>My First Project: A Data Translator for GRDF</a:t>
            </a:r>
            <a:endParaRPr lang="fr-FR" dirty="0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19" y="2960877"/>
            <a:ext cx="3413761" cy="351284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The challenge : </a:t>
            </a:r>
          </a:p>
        </p:txBody>
      </p:sp>
      <p:sp>
        <p:nvSpPr>
          <p:cNvPr id="36" name="Espace réservé du contenu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3146904" cy="2907164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/>
              <a:t>The client had data in a very specific, custom format.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dirty="0"/>
              <a:t>They needed to send this data to partners in a universal, standard format (Format "EDIFACT").</a:t>
            </a:r>
            <a:endParaRPr lang="fr-FR" dirty="0"/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A536BD54-EFA1-25A2-9F04-4F22C36E2A5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2960877"/>
            <a:ext cx="5516880" cy="35128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Our solution</a:t>
            </a:r>
          </a:p>
          <a:p>
            <a:pPr rtl="0"/>
            <a:endParaRPr lang="fr-FR" dirty="0"/>
          </a:p>
        </p:txBody>
      </p:sp>
      <p:sp>
        <p:nvSpPr>
          <p:cNvPr id="14" name="Espace réservé du contenu 13">
            <a:extLst>
              <a:ext uri="{FF2B5EF4-FFF2-40B4-BE49-F238E27FC236}">
                <a16:creationId xmlns:a16="http://schemas.microsoft.com/office/drawing/2014/main" id="{5112969F-EB84-49D5-7100-1FB28870FB3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54881" y="3324859"/>
            <a:ext cx="5506720" cy="3031489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I </a:t>
            </a:r>
            <a:r>
              <a:rPr lang="fr-FR" dirty="0" err="1"/>
              <a:t>developped</a:t>
            </a:r>
            <a:r>
              <a:rPr lang="fr-FR" dirty="0"/>
              <a:t> a translator program in the middle.</a:t>
            </a:r>
          </a:p>
          <a:p>
            <a:pPr marL="285750" indent="-285750" rtl="0">
              <a:buFontTx/>
              <a:buChar char="-"/>
            </a:pPr>
            <a:r>
              <a:rPr lang="fr-FR" dirty="0"/>
              <a:t>Input (</a:t>
            </a:r>
            <a:r>
              <a:rPr lang="fr-FR" dirty="0" err="1"/>
              <a:t>from</a:t>
            </a:r>
            <a:r>
              <a:rPr lang="fr-FR" dirty="0"/>
              <a:t> SICAME) : </a:t>
            </a:r>
            <a:r>
              <a:rPr lang="fr-FR" dirty="0" err="1"/>
              <a:t>Text</a:t>
            </a:r>
            <a:r>
              <a:rPr lang="fr-FR" dirty="0"/>
              <a:t> file </a:t>
            </a:r>
            <a:r>
              <a:rPr lang="fr-FR" dirty="0" err="1"/>
              <a:t>with</a:t>
            </a:r>
            <a:r>
              <a:rPr lang="fr-FR" dirty="0"/>
              <a:t> data in a </a:t>
            </a:r>
            <a:r>
              <a:rPr lang="fr-FR" dirty="0" err="1"/>
              <a:t>specific</a:t>
            </a:r>
            <a:r>
              <a:rPr lang="fr-FR" dirty="0"/>
              <a:t> position</a:t>
            </a:r>
          </a:p>
          <a:p>
            <a:pPr marL="285750" indent="-285750" rtl="0">
              <a:buFontTx/>
              <a:buChar char="-"/>
            </a:pPr>
            <a:endParaRPr lang="fr-FR" dirty="0"/>
          </a:p>
          <a:p>
            <a:pPr marL="285750" indent="-285750" rtl="0">
              <a:buFontTx/>
              <a:buChar char="-"/>
            </a:pPr>
            <a:endParaRPr lang="fr-FR" dirty="0"/>
          </a:p>
          <a:p>
            <a:pPr marL="285750" indent="-285750" rtl="0">
              <a:buFontTx/>
              <a:buChar char="-"/>
            </a:pPr>
            <a:endParaRPr lang="fr-FR" dirty="0"/>
          </a:p>
          <a:p>
            <a:pPr rtl="0"/>
            <a:r>
              <a:rPr lang="fr-FR" dirty="0"/>
              <a:t>- Output (to GRDF) : Standard « DESADV » Message (</a:t>
            </a:r>
            <a:r>
              <a:rPr lang="fr-FR" dirty="0" err="1"/>
              <a:t>Despatch</a:t>
            </a:r>
            <a:r>
              <a:rPr lang="fr-FR" dirty="0"/>
              <a:t> </a:t>
            </a:r>
            <a:r>
              <a:rPr lang="fr-FR" dirty="0" err="1"/>
              <a:t>Advice</a:t>
            </a:r>
            <a:r>
              <a:rPr lang="fr-FR" dirty="0"/>
              <a:t>)</a:t>
            </a:r>
          </a:p>
        </p:txBody>
      </p:sp>
      <p:sp>
        <p:nvSpPr>
          <p:cNvPr id="68" name="Espace réservé du numéro de diapositive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mtClean="0"/>
              <a:pPr rtl="0"/>
              <a:t>6</a:t>
            </a:fld>
            <a:endParaRPr lang="fr-FR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D649756-3FA6-4794-AF66-43B4BDCA0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client had data in a very specific, custom format (Format "LX").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needed to send this data to partners in a universal, standard format (Format "EDIFACT").</a:t>
            </a:r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0B32F37E-51BD-72CB-0656-1D85E562983E}"/>
              </a:ext>
            </a:extLst>
          </p:cNvPr>
          <p:cNvSpPr/>
          <p:nvPr/>
        </p:nvSpPr>
        <p:spPr>
          <a:xfrm>
            <a:off x="7071360" y="4221480"/>
            <a:ext cx="632618" cy="1234440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7011" y="2666632"/>
            <a:ext cx="4179570" cy="152473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THANK YOU FOR LISTENING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A49DFD55-3C28-40EF-9E31-A92D2E4017FF}" type="slidenum">
              <a:rPr lang="fr-FR" smtClean="0"/>
              <a:pPr rtl="0"/>
              <a:t>7</a:t>
            </a:fld>
            <a:endParaRPr lang="fr-FR" dirty="0"/>
          </a:p>
        </p:txBody>
      </p:sp>
      <p:pic>
        <p:nvPicPr>
          <p:cNvPr id="3076" name="Picture 4" descr="ESAIP École d'Ingénieurs - YouTube">
            <a:extLst>
              <a:ext uri="{FF2B5EF4-FFF2-40B4-BE49-F238E27FC236}">
                <a16:creationId xmlns:a16="http://schemas.microsoft.com/office/drawing/2014/main" id="{4162DB85-585C-C78F-F26B-9828D2A41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4684" y="136525"/>
            <a:ext cx="1078230" cy="1078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Predell Services | Expertise EDI et Traçabilité">
            <a:extLst>
              <a:ext uri="{FF2B5EF4-FFF2-40B4-BE49-F238E27FC236}">
                <a16:creationId xmlns:a16="http://schemas.microsoft.com/office/drawing/2014/main" id="{F50D7C02-1506-A0FB-8D20-FAB73BE24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486" y="5949950"/>
            <a:ext cx="22955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7037_TF67328976_Win32" id="{E569B7C3-0BA4-406D-9BE9-5B461807E327}" vid="{D812BBC8-2D47-4B93-9C83-8DFFBCA5816C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DF162BB782884E8614C23C4CAE38F6" ma:contentTypeVersion="1" ma:contentTypeDescription="Crée un document." ma:contentTypeScope="" ma:versionID="82c4458d02d7c59ebe621a7602954765">
  <xsd:schema xmlns:xsd="http://www.w3.org/2001/XMLSchema" xmlns:xs="http://www.w3.org/2001/XMLSchema" xmlns:p="http://schemas.microsoft.com/office/2006/metadata/properties" xmlns:ns3="7165090f-c562-4a02-9f2b-7f27643e8269" targetNamespace="http://schemas.microsoft.com/office/2006/metadata/properties" ma:root="true" ma:fieldsID="b08ff3d46c3b8c73a7621a1aa4ea1135" ns3:_="">
    <xsd:import namespace="7165090f-c562-4a02-9f2b-7f27643e826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65090f-c562-4a02-9f2b-7f27643e826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purl.org/dc/terms/"/>
    <ds:schemaRef ds:uri="7165090f-c562-4a02-9f2b-7f27643e8269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52F5F1-8C0A-4334-B589-974F94C9BC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65090f-c562-4a02-9f2b-7f27643e826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Présentation minimaliste</Template>
  <TotalTime>49</TotalTime>
  <Words>242</Words>
  <Application>Microsoft Office PowerPoint</Application>
  <PresentationFormat>Grand écran</PresentationFormat>
  <Paragraphs>50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Thème Office</vt:lpstr>
      <vt:lpstr>Presentation of PREDELL SERVICES</vt:lpstr>
      <vt:lpstr>PREDELL Services: At a Glance</vt:lpstr>
      <vt:lpstr>PREDELL Services: At a Glance</vt:lpstr>
      <vt:lpstr>What We Do: Core Expertise</vt:lpstr>
      <vt:lpstr>What We Do: Core Expertise</vt:lpstr>
      <vt:lpstr>My First Project: A Data Translator for GRDF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RADOUANE Youssef</dc:creator>
  <cp:lastModifiedBy>RADOUANE Youssef</cp:lastModifiedBy>
  <cp:revision>1</cp:revision>
  <dcterms:created xsi:type="dcterms:W3CDTF">2025-11-02T22:56:58Z</dcterms:created>
  <dcterms:modified xsi:type="dcterms:W3CDTF">2025-11-02T23:46:52Z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0x010100B0DF162BB782884E8614C23C4CAE38F6</vt:lpwstr>
  </property>
  <property fmtid="{D5CDD505-2E9C-101B-9397-08002B2CF9AE}" pid="3" name="MediaServiceImageTags">
    <vt:lpwstr/>
  </property>
</Properties>
</file>